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id-preview--529d472e-3ee8-4b80-8d41-c5ce437f2274.lovable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RideSafe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Women-first ride sharing — Interactive Prototype Deck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B8A5"/>
                </a:solidFill>
              </a:rPr>
              <a:t>9 editable screens • onboarding walkthrough • live demo link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99"/>
                </a:solidFill>
              </a:rPr>
              <a:t>Tip: every text box on the following slides is fully editable in PowerPoint. Replace screenshots by right-click → Change Picture.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rowser/ridesafe/shots/01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3291840" cy="5760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500A"/>
                </a:solidFill>
              </a:rPr>
              <a:t>RIDE BOOKING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148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11480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5540"/>
                </a:solidFill>
              </a:rPr>
              <a:t>The launch pad. Users see personalised greeting, quick book with pickup &amp; destination, saved places, and ride-mode toggles.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114800" y="3017520"/>
            <a:ext cx="7315200" cy="3200400"/>
          </a:xfrm>
          <a:prstGeom prst="roundRect">
            <a:avLst>
              <a:gd name="adj" fmla="val 4286"/>
            </a:avLst>
          </a:prstGeom>
          <a:solidFill>
            <a:srgbClr val="FFF4EC"/>
          </a:solidFill>
          <a:ln w="12700">
            <a:solidFill>
              <a:srgbClr val="F1DE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0" y="3108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00A"/>
                </a:solidFill>
              </a:rPr>
              <a:t>Key features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9120" y="3520440"/>
            <a:ext cx="6858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Pickup + destination inputs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Saved places (Home / College / Mall)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Female-driver-only toggle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One-tap night safety mode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SOS button always visible in bottom nav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99"/>
                </a:solidFill>
              </a:rPr>
              <a:t>RideSafe • editable prototype • customize freely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rowser/ridesafe/shots/02_safe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3291840" cy="5760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500A"/>
                </a:solidFill>
              </a:rPr>
              <a:t>CORE SAFETY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148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Modes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11480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5540"/>
                </a:solidFill>
              </a:rPr>
              <a:t>Central control panel for every safety feature. Every toggle updates the ride experience in real time.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114800" y="3017520"/>
            <a:ext cx="7315200" cy="3200400"/>
          </a:xfrm>
          <a:prstGeom prst="roundRect">
            <a:avLst>
              <a:gd name="adj" fmla="val 4286"/>
            </a:avLst>
          </a:prstGeom>
          <a:solidFill>
            <a:srgbClr val="FFF4EC"/>
          </a:solidFill>
          <a:ln w="12700">
            <a:solidFill>
              <a:srgbClr val="F1DE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0" y="3108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00A"/>
                </a:solidFill>
              </a:rPr>
              <a:t>Key features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9120" y="3520440"/>
            <a:ext cx="6858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Night Safety Mode (dark UI + auto share)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Silent SOS Audio (records + streams)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Route Deviation Alerts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Trusted Watcher live share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Child-safe &amp; Health modes (pregnancy / period / medical)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99"/>
                </a:solidFill>
              </a:rPr>
              <a:t>RideSafe • editable prototype • customize freely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rowser/ridesafe/shots/03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3291840" cy="5760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500A"/>
                </a:solidFill>
              </a:rPr>
              <a:t>MAP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148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Safety Map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11480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5540"/>
                </a:solidFill>
              </a:rPr>
              <a:t>Crowd-sourced safe / caution / alert pins so riders know their route before they start.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114800" y="3017520"/>
            <a:ext cx="7315200" cy="3200400"/>
          </a:xfrm>
          <a:prstGeom prst="roundRect">
            <a:avLst>
              <a:gd name="adj" fmla="val 4286"/>
            </a:avLst>
          </a:prstGeom>
          <a:solidFill>
            <a:srgbClr val="FFF4EC"/>
          </a:solidFill>
          <a:ln w="12700">
            <a:solidFill>
              <a:srgbClr val="F1DE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0" y="3108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00A"/>
                </a:solidFill>
              </a:rPr>
              <a:t>Key features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9120" y="3520440"/>
            <a:ext cx="6858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Green pins — verified safe zones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Amber pins — caution after dark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Red pins — recent incidents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Landmarks: police, pharmacies, RideSafe hubs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99"/>
                </a:solidFill>
              </a:rPr>
              <a:t>RideSafe • editable prototype • customize freely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rowser/ridesafe/shots/04_conta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3291840" cy="5760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500A"/>
                </a:solidFill>
              </a:rPr>
              <a:t>CONTACTS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148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Contacts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11480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5540"/>
                </a:solidFill>
              </a:rPr>
              <a:t>The people who get notified when SOS fires, night mode starts, or route deviates.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114800" y="3017520"/>
            <a:ext cx="7315200" cy="3200400"/>
          </a:xfrm>
          <a:prstGeom prst="roundRect">
            <a:avLst>
              <a:gd name="adj" fmla="val 4286"/>
            </a:avLst>
          </a:prstGeom>
          <a:solidFill>
            <a:srgbClr val="FFF4EC"/>
          </a:solidFill>
          <a:ln w="12700">
            <a:solidFill>
              <a:srgbClr val="F1DE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0" y="3108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00A"/>
                </a:solidFill>
              </a:rPr>
              <a:t>Key features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9120" y="3520440"/>
            <a:ext cx="6858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Add / edit / delete contacts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Relationship + address stored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Auto-notify on SOS or deviation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Priority contact for live share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99"/>
                </a:solidFill>
              </a:rPr>
              <a:t>RideSafe • editable prototype • customize freely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rowser/ridesafe/shots/05_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3291840" cy="5760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500A"/>
                </a:solidFill>
              </a:rPr>
              <a:t>SETTINGS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148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Settings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11480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5540"/>
                </a:solidFill>
              </a:rPr>
              <a:t>Account, preferences, and quick access to global toggles.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114800" y="3017520"/>
            <a:ext cx="7315200" cy="3200400"/>
          </a:xfrm>
          <a:prstGeom prst="roundRect">
            <a:avLst>
              <a:gd name="adj" fmla="val 4286"/>
            </a:avLst>
          </a:prstGeom>
          <a:solidFill>
            <a:srgbClr val="FFF4EC"/>
          </a:solidFill>
          <a:ln w="12700">
            <a:solidFill>
              <a:srgbClr val="F1DE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0" y="3108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00A"/>
                </a:solidFill>
              </a:rPr>
              <a:t>Key features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9120" y="3520440"/>
            <a:ext cx="6858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Editable display name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Female-driver-only default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Night mode default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Emergency contacts summary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99"/>
                </a:solidFill>
              </a:rPr>
              <a:t>RideSafe • editable prototype • customize freely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rowser/ridesafe/shots/06_s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3291840" cy="5760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500A"/>
                </a:solidFill>
              </a:rPr>
              <a:t>EMERGENCY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148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Modal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11480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5540"/>
                </a:solidFill>
              </a:rPr>
              <a:t>Triggered by the red SOS button. Sends live location + audio to trusted contacts and 112.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114800" y="3017520"/>
            <a:ext cx="7315200" cy="3200400"/>
          </a:xfrm>
          <a:prstGeom prst="roundRect">
            <a:avLst>
              <a:gd name="adj" fmla="val 4286"/>
            </a:avLst>
          </a:prstGeom>
          <a:solidFill>
            <a:srgbClr val="FFF4EC"/>
          </a:solidFill>
          <a:ln w="12700">
            <a:solidFill>
              <a:srgbClr val="F1DE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0" y="3108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00A"/>
                </a:solidFill>
              </a:rPr>
              <a:t>Key features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9120" y="3520440"/>
            <a:ext cx="6858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5-second countdown to cancel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Auto-dial emergency services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Broadcast location to contacts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Silent audio recording begins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99"/>
                </a:solidFill>
              </a:rPr>
              <a:t>RideSafe • editable prototype • customize freely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rowser/ridesafe/shots/07_verific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3291840" cy="5760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500A"/>
                </a:solidFill>
              </a:rPr>
              <a:t>TRUST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148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Verification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11480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5540"/>
                </a:solidFill>
              </a:rPr>
              <a:t>Face-match the driver against their RideSafe photo before the ride starts.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114800" y="3017520"/>
            <a:ext cx="7315200" cy="3200400"/>
          </a:xfrm>
          <a:prstGeom prst="roundRect">
            <a:avLst>
              <a:gd name="adj" fmla="val 4286"/>
            </a:avLst>
          </a:prstGeom>
          <a:solidFill>
            <a:srgbClr val="FFF4EC"/>
          </a:solidFill>
          <a:ln w="12700">
            <a:solidFill>
              <a:srgbClr val="F1DE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0" y="3108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00A"/>
                </a:solidFill>
              </a:rPr>
              <a:t>Key features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9120" y="3520440"/>
            <a:ext cx="6858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Live camera scan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Face match confirmation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Vehicle plate + rating check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Reports back to dispatch if mismatch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99"/>
                </a:solidFill>
              </a:rPr>
              <a:t>RideSafe • editable prototype • customize freely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rowser/ridesafe/shots/08_ai_cha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3291840" cy="5760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500A"/>
                </a:solidFill>
              </a:rPr>
              <a:t>AI COMPANION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148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AI Chatbot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11480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5540"/>
                </a:solidFill>
              </a:rPr>
              <a:t>Natural-language safety companion. Understands intents and performs real app actions.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114800" y="3017520"/>
            <a:ext cx="7315200" cy="3200400"/>
          </a:xfrm>
          <a:prstGeom prst="roundRect">
            <a:avLst>
              <a:gd name="adj" fmla="val 4286"/>
            </a:avLst>
          </a:prstGeom>
          <a:solidFill>
            <a:srgbClr val="FFF4EC"/>
          </a:solidFill>
          <a:ln w="12700">
            <a:solidFill>
              <a:srgbClr val="F1DE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0" y="3108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00A"/>
                </a:solidFill>
              </a:rPr>
              <a:t>Key features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9120" y="3520440"/>
            <a:ext cx="6858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"Enable night mode" → toggles instantly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"I don't feel safe" → arms SOS + share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Proactive suggestions after 10pm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Quick-action chips for common tasks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99"/>
                </a:solidFill>
              </a:rPr>
              <a:t>RideSafe • editable prototype • customize freely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rowser/ridesafe/shots/09_onboar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3291840" cy="5760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500A"/>
                </a:solidFill>
              </a:rPr>
              <a:t>WALKTHROUGH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148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Onboarding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11480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5540"/>
                </a:solidFill>
              </a:rPr>
              <a:t>First-run tour that highlights each safety feature and toggles them live so users see exactly what changes.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114800" y="3017520"/>
            <a:ext cx="7315200" cy="3200400"/>
          </a:xfrm>
          <a:prstGeom prst="roundRect">
            <a:avLst>
              <a:gd name="adj" fmla="val 4286"/>
            </a:avLst>
          </a:prstGeom>
          <a:solidFill>
            <a:srgbClr val="FFF4EC"/>
          </a:solidFill>
          <a:ln w="12700">
            <a:solidFill>
              <a:srgbClr val="F1DE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0" y="3108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00A"/>
                </a:solidFill>
              </a:rPr>
              <a:t>Key features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9120" y="3520440"/>
            <a:ext cx="6858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Step-by-step highlights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Real toggles fire during the tour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Skip / next / back controls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0A00"/>
                </a:solidFill>
              </a:rPr>
              <a:t>Re-openable from the top bar anytime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99"/>
                </a:solidFill>
              </a:rPr>
              <a:t>RideSafe • editable prototype • customize freely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Live interactive demo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B8A5"/>
                </a:solidFill>
              </a:rPr>
              <a:t>Every screen above is running in a real, editable web prototype. Product managers can click through it in real time — no install needed.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4023360"/>
            <a:ext cx="10972800" cy="914400"/>
          </a:xfrm>
          <a:prstGeom prst="roundRect">
            <a:avLst>
              <a:gd name="adj" fmla="val 15000"/>
            </a:avLst>
          </a:prstGeom>
          <a:solidFill>
            <a:srgbClr val="E8500A"/>
          </a:solidFill>
          <a:ln w="12700">
            <a:solidFill>
              <a:srgbClr val="E8500A"/>
            </a:solidFill>
            <a:prstDash val="solid"/>
          </a:ln>
        </p:spPr>
      </p:sp>
      <p:sp>
        <p:nvSpPr>
          <p:cNvPr id="5" name="Text 3">
            <a:hlinkClick r:id="rId1" tooltip="Open live RideSafe prototype"/>
          </p:cNvPr>
          <p:cNvSpPr/>
          <p:nvPr/>
        </p:nvSpPr>
        <p:spPr>
          <a:xfrm>
            <a:off x="548640" y="4023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FFFFFF"/>
                </a:solidFill>
                <a:hlinkClick r:id="rId1" invalidUrl="" action="" tgtFrame="" tooltip="Open live RideSafe prototyp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live prototype ➜  https://id-preview--529d472e-3ee8-4b80-8d41-c5ce437f2274.lovable.app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899"/>
                </a:solidFill>
              </a:rPr>
              <a:t>Tip for PMs: click SOS, toggle Night Mode, or open Guardian AI to see real-time state changes.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RideSafe — Interactive Prototypes</dc:title>
  <dc:subject>PptxGenJS Presentation</dc:subject>
  <dc:creator>PptxGenJS</dc:creator>
  <cp:lastModifiedBy>PptxGenJS</cp:lastModifiedBy>
  <cp:revision>1</cp:revision>
  <dcterms:created xsi:type="dcterms:W3CDTF">2026-07-09T08:56:23Z</dcterms:created>
  <dcterms:modified xsi:type="dcterms:W3CDTF">2026-07-09T08:56:23Z</dcterms:modified>
</cp:coreProperties>
</file>